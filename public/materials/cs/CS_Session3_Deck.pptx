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595360" y="45720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4663440"/>
            <a:ext cx="4754880" cy="11887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000" i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8229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COMPUTER SCIENCE  ·  SESSION 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Data Types &amp; Conditional Logic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 in Python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26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Session 1 (Von Neumann Architecture) and Session 2 (Floating Point &amp; Number Systems)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16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37160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a variable is and how it stores data in memory.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7744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correctly use Python’s core data types.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37033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8328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between data types (type casting).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38912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conditional (if / elif / else) logic using comparison and logical operators.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57150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715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39496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program’s execution by hand, including branching decisions.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— Naming a Piece of Memory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1051560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named location in memory that holds a value — the computer stores the value somewhere, and the name is a label that points to it.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rules: must start with a letter or underscore (not a digit); can contain letters, digits, underscores; is case-sensitive; cannot be a reserved keyword like if or for.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DYNAMICALLY TYPED — a variable's type isn't fixed, so it can be reassigned to a completely different type at any time.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785616"/>
            <a:ext cx="10515600" cy="2075688"/>
          </a:xfrm>
          <a:prstGeom prst="roundRect">
            <a:avLst>
              <a:gd name="adj" fmla="val 2643"/>
            </a:avLst>
          </a:prstGeom>
          <a:solidFill>
            <a:srgbClr val="101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895344"/>
            <a:ext cx="1005840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20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19.99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"Alice"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          # x is currently an integer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"hello"    # now x is a string — perfectly legal in Python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 Types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10515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457200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 -7,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numbers, no decimal 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3.14, -0.5, 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with a decimal 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"hello", 'A'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in single or double quotes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True, 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two possible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5≠5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Types — and a Classic Trap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built-in type() function to check any variable's type: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10515600" cy="3200400"/>
          </a:xfrm>
          <a:prstGeom prst="roundRect">
            <a:avLst>
              <a:gd name="adj" fmla="val 1714"/>
            </a:avLst>
          </a:prstGeom>
          <a:solidFill>
            <a:srgbClr val="101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892808"/>
            <a:ext cx="100584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42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print(type(x))      # &lt;class 'int'&gt;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"hello"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print(type(z))      # &lt;class 'str'&gt;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print(5 + 5)         # 10   (numeric addition)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print("5" + "5")     # "55" (string concatenation!)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6636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(int), 5.0 (float), and "5" (str) are three COMPLETELY DIFFERENT values to Python, even though a human reads them similarly.</a:t>
            </a:r>
            <a:endParaRPr lang="en-US" sz="1450" dirty="0"/>
          </a:p>
          <a:p>
            <a:pPr algn="l"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up a number and a string of that number is one of the most common beginner bugs — always check type() when something looks wrong.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 (Casting)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10515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576072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int("7") → 7   |   int(3.9) → 3  (truncates)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float("3.5") → 3.5   |   float(4) → 4.0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str(42) → "42"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 — Worked Example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 string to a number so it can be used in arithmetic: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10515600" cy="1737360"/>
          </a:xfrm>
          <a:prstGeom prst="roundRect">
            <a:avLst>
              <a:gd name="adj" fmla="val 3158"/>
            </a:avLst>
          </a:prstGeom>
          <a:solidFill>
            <a:srgbClr val="101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892808"/>
            <a:ext cx="1005840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age_text = "20"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age_number = int(age_text)      # convert string to integer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next_year = age_number + 1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print("Next year you'll be", next_year)   # Next year you'll be 21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03320"/>
            <a:ext cx="105156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converting, age_text + 1 raises a TypeError — you cannot add a string and an integer directly.</a:t>
            </a:r>
            <a:endParaRPr lang="en-US" sz="1450" dirty="0"/>
          </a:p>
          <a:p>
            <a:pPr algn="l"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to remember: "5" + "3" gives "53" (concatenation), NOT 8 — both operands must be numbers first.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Logical Operators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10515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02920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== != &lt; &gt; &lt;= &gt;=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two values — result is always True or 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/ or / not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or invert Boolean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Conditions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or / not let you build more complex decisions from simple comparisons: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10515600" cy="2468880"/>
          </a:xfrm>
          <a:prstGeom prst="roundRect">
            <a:avLst>
              <a:gd name="adj" fmla="val 2222"/>
            </a:avLst>
          </a:prstGeom>
          <a:solidFill>
            <a:srgbClr val="101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892808"/>
            <a:ext cx="1005840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has_ticket = True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 &gt;= 18 and has_ticket)   # True AND True  → True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 &lt; 18 or has_ticket)     # False OR True  → True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has_ticket)             # not True       → False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105156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requires BOTH sides to be True. or requires AT LEAST ONE side to be True. not simply flips True ↔ False.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elif / else — Making Decisions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10515600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lets your program run different code depending on whether a condition is True or False.</a:t>
            </a:r>
            <a:endParaRPr lang="en-US" sz="1600" dirty="0"/>
          </a:p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checks each condition TOP TO BOTTOM and executes the FIRST branch that is True — then skips everything else, even if a later condition would also be True.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072384"/>
            <a:ext cx="10515600" cy="3246120"/>
          </a:xfrm>
          <a:prstGeom prst="roundRect">
            <a:avLst>
              <a:gd name="adj" fmla="val 1690"/>
            </a:avLst>
          </a:prstGeom>
          <a:solidFill>
            <a:srgbClr val="101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182112"/>
            <a:ext cx="10058400" cy="3026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72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90: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A")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70: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B")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50: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C")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F")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Table — How Python Evaluates score = 72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10515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286000"/>
                <a:gridCol w="438912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Checked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&gt;= 90   (72 &gt;= 90)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&gt;= 70   (72 &gt;= 70)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"Grade: B", then STOP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&gt;= 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reached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matched above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if{}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Conditionals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325880"/>
            <a:ext cx="105156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place an if statement inside another one, to build a more specific decision tree — the inner block only runs if the outer condition was already True.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359152"/>
            <a:ext cx="10515600" cy="3246120"/>
          </a:xfrm>
          <a:prstGeom prst="roundRect">
            <a:avLst>
              <a:gd name="adj" fmla="val 1690"/>
            </a:avLst>
          </a:prstGeom>
          <a:solidFill>
            <a:srgbClr val="101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468880"/>
            <a:ext cx="10058400" cy="3026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 = "rainy"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has_umbrella = False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weather == "rainy":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has_umbrella: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print("You'll stay dry")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print("You'll get wet — bring an umbrella next time")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print("Enjoy the weather")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Truthy and Falsy Values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condition doesn't need an explicit True/False — Python converts other values automatically: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10515600" cy="2103120"/>
          </a:xfrm>
          <a:prstGeom prst="roundRect">
            <a:avLst>
              <a:gd name="adj" fmla="val 2609"/>
            </a:avLst>
          </a:prstGeom>
          <a:solidFill>
            <a:srgbClr val="101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892808"/>
            <a:ext cx="10058400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""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name: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print("Hello,", name)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print("No name entered")     # this runs, because "" is falsy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69080"/>
            <a:ext cx="105156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FALSY values: 0, 0.0, "" (empty string), None, and empty containers ([], {}, ()).</a:t>
            </a:r>
            <a:endParaRPr lang="en-US" sz="1450" dirty="0"/>
          </a:p>
          <a:p>
            <a:pPr algn="l"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counts as TRUTHY — including any non-empty string and any non-zero number.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Mini-Program — Number Classifier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number as positive/negative/zero, and even/odd if it's not zero: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10515600" cy="5394960"/>
          </a:xfrm>
          <a:prstGeom prst="roundRect">
            <a:avLst>
              <a:gd name="adj" fmla="val 1017"/>
            </a:avLst>
          </a:prstGeom>
          <a:solidFill>
            <a:srgbClr val="101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892808"/>
            <a:ext cx="10058400" cy="5175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= int(input("Enter a number: "))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number &gt; 0: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print("The number is positive")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number &lt; 0: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print("The number is negative")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print("The number is zero")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number != 0: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number % 2 == 0: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print("It is even")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print("It is odd")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7360920"/>
            <a:ext cx="10515600" cy="-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for input -4:  number &gt; 0 → False;  number &lt; 0 → True → prints "The number is negative"</a:t>
            </a:r>
            <a:endParaRPr lang="en-US" sz="1450" dirty="0"/>
          </a:p>
          <a:p>
            <a:pPr algn="l"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block:  number != 0 → True;  -4 % 2 == 0 → True → prints "It is even"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In-Session Guided Practice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16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37160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 of: print(type(7), type(7.0), type("7"), type(True))?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7744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"3" + "4" evaluate to? What does int("3") + int("4") evaluate to?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37033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8328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this code and state the printed output: x=15; if x&gt;20: Big; elif x&gt;10: Medium; else: Small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38912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bug: "if n % 2 = 0:" should compare, not assign — what is the corrected line?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57150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715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39496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classifying temperature as Freezing (&lt;0), Cold (0–14), Mild (15–24), or Hot (≥25).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Take-Home Questions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16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37160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output of: 10/3, 10//3, int(10/3), and str(10)+str(3).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7744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Trace: a=5, b="5"; if a == int(b): print("Equal as numbers") else print("Not equal") — what prints?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37033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8328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 reads age and ticket type (child/adult/senior) and prints the correct price.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38912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"if value:" prints when value = 0, using the idea of truthy/falsy values.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57150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715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39496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= and ==? Why does confusing them in an if statement cause an error?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20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Quick Reference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10515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589520"/>
              </a:tblGrid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Practice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&lt;class 'int'&gt; &lt;class 'float'&gt; &lt;class 'str'&gt; &lt;class 'bool'&gt;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Practice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x=15: skips "Big", matches x&gt;10 → prints "Medium"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Practice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Fix: if n % 2 == 0:  (comparison, not assignment)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Take-Home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10/3=3.33(float); 10//3=3; int(10/3)=3; str(10)+str(3)="103"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Take-Home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int(b)=5, so a==int(b) → True → prints "Equal as numbers"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Take-Home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value=0 is FALSY in Python → prints "Falsy"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Take-Home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assigns a value; == compares two values for equality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8229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9875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just a labeled box in memory — but Python's dynamic typing means that box can hold any type, and can change type on reassignment.</a:t>
            </a:r>
            <a:endParaRPr lang="en-US" sz="1700" dirty="0"/>
          </a:p>
          <a:p>
            <a:pPr algn="l"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be suspicious when a number “looks right” but behaves oddly — check type() to see if it's secretly a string.</a:t>
            </a:r>
            <a:endParaRPr lang="en-US" sz="1700" dirty="0"/>
          </a:p>
          <a:p>
            <a:pPr algn="l"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 always runs at most ONE branch: the first condition that evaluates True, checked strictly top to bottom.</a:t>
            </a:r>
            <a:endParaRPr lang="en-US" sz="1700" dirty="0"/>
          </a:p>
          <a:p>
            <a:pPr algn="l"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 (C4): loops (for/while) and functions — the tools that let you repeat and reuse this logic.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2026-09-14T03:21:21Z</dcterms:created>
  <dcterms:modified xsi:type="dcterms:W3CDTF">2026-09-14T03:21:21Z</dcterms:modified>
</cp:coreProperties>
</file>