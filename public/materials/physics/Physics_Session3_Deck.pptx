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5720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4663440"/>
            <a:ext cx="5943600" cy="11887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600" i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Δx/Δt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8229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PHYSICS  ·  SESSION 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Kinematics: One-Dimensional Motion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Displacement, Velocity, Acceleration &amp; the Equations of Motion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72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Session 1 (Ohm's &amp; Kirchhoff's Laws) and Session 2 (Series &amp; Parallel Circuits)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3085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2308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371600"/>
            <a:ext cx="9966960" cy="1268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displacement, velocity, and acceleration precisely.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091815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09181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40330"/>
            <a:ext cx="9966960" cy="1268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four kinematic equations to solve motion problems.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4360545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36054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909060"/>
            <a:ext cx="9966960" cy="1268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position-time and velocity-time graphs.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5629275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62927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77790"/>
            <a:ext cx="9966960" cy="1268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displacement as the area under a velocity-time graph.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x(t)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Quantities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801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484632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 /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(m)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relative to an origin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Δx = xᵣ − xᵢ  (m)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position — a VECTOR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Δx/Δt  (m/s)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of change of position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Δv/Δt  (m/s²)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of change of velocity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vs. Velocity, Distance vs. Displacement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105156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a scalar — it only has a magnitude (e.g. ‘30 km/h’). VELOCITY is a vector — it has both magnitude AND direction (e.g. ‘30 km/h north’).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the total length of the path traveled. DISPLACEMENT is the straight-line change in position — it can be smaller than distance if the path curves back on itself.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walking 3 m east then 3 m back west covers a DISTANCE of 6 m, but the DISPLACEMENT is 0 m — you ended up exactly where you started.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v=v₀+at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Kinematic Equations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8016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EAF1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280160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v₀ + at</a:t>
            </a:r>
            <a:endParaRPr lang="en-US" sz="1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 = v₀t + ½at²        v² = v₀² + 2aΔx        Δx = ½(v₀+v)t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equations connect initial velocity (v₀), final velocity (v), acceleration (a), time (t), and displacement (Δx) — and they are ONLY valid when acceleration is constant.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identify which three quantities you already know, then pick whichever equation contains those three plus the one you want to find.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v=v₀+at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Car Accelerating from Rest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80160"/>
            <a:ext cx="1051560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2801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starts from rest and accelerates at 3 m/s² for 5 seconds. Find its final velocity and the distance traveled.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0312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v₀ = 0,  a = 3 m/s²,  t = 5 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8328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final velocity using v = v₀ + at:  v = 0 + (3)(5) = 15 m/s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66344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distance using Δx = v₀t + ½at²:  Δx = 0 + ½(3)(5²) = ½(3)(25) = 37.5 m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608076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6080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Answer:  v = 15 m/s,  Δx = 37.5 m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v²=v₀²+2aΔx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Ball Thrown Upward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80160"/>
            <a:ext cx="1051560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2801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is thrown straight up at 20 m/s. How high does it go? (g = 9.8 m/s², take up as positive so a = −9.8 m/s²)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0312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very top of the flight, the ball is momentarily at rest, so v = 0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8328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v² = v₀² + 2aΔx:  0 = (20)² + 2(−9.8)Δx  →  0 = 400 − 19.6Δx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66344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Δx:  Δx = 400 / 19.6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608076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6080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Answer:  Δx ≈ 20.4 m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Position–Time Graph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105156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position-time graph, the SLOPE at any point equals the instantaneous velocity at that moment.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steeper slope means a faster speed; a flat (horizontal) section means the object is momentarily at rest.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slope means the object is moving back toward the origin — not that it is “slowing down”, but that its velocity is in the negative direction.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v-t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Velocity–Time Graph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105156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velocity-time graph, the SLOPE at any point equals the acceleration at that moment.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AREA between the graph and the time-axis equals the displacement over that interval — this works even when the graph isn't a straight horizontal line.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straight, sloped line means constant acceleration; a horizontal line means constant velocity (zero acceleration).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Displacement from a v-t Graph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80160"/>
            <a:ext cx="1051560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2801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displacement represented by each velocity-time graph description below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03120"/>
            <a:ext cx="9966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Constant velocity of 4 m/s for 6 seconds — this region is a RECTANGLE: displacement = base × height = 6 s × 4 m/s = 24 m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023360"/>
            <a:ext cx="9966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Velocity increasing linearly from 0 to 10 m/s over 5 seconds — this region is a TRIANGLE: displacement = ½ × base × height = ½ × 5 s × 10 m/s = 25 m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608076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6080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Answers:  (a) 24 m      (b) 25 m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In-Session Guided Practice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621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62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371600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cyclist accelerates from 2 m/s to 8 m/s in 3 seconds. Find the acceleration.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7111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111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86584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result of Q1, find the distance traveled during those 3 seconds.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7261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261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01568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stone is dropped (v₀ = 0) from a cliff and hits the ground after 4 s. How tall is the cliff? (g = 9.8 m/s²)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74116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411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416552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shape of a velocity-time graph for an object moving at constant velocity, then decelerating steadily to a stop.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575614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7561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431536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(calculus link): if x(t) = 3t², find v(t) = dx/dt, then evaluate the velocity at t = 2 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Take-Home Questions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621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62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371600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traveling at 25 m/s brakes with a deceleration of 5 m/s². Find the time to stop and the distance traveled while braking.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7111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111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86584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object's position is given by x(t) = 3t² − 2t + 1 (meters). Find its velocity v(t) and acceleration a(t) as functions of 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7261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261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01568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 decelerates uniformly from 30 m/s to rest over a distance of 300 m. Find the deceleration and the time taken.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74116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411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416552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using the definitions of displacement and distance, why a runner completing one full lap of a track has a displacement of 0 m despite running a large distance.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575614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7561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431536"/>
            <a:ext cx="9966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the kinematic equations only apply when acceleration is constant? What would you need instead if acceleration varied with time?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Quick Reference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801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Practice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(8−2)/3 = 2 m/s²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Practice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Δx = ½(2+8)(3) = 15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Practice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Δx = ½(9.8)(4²) = 78.4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Practice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v(t)=6t, so v(2) = 12 m/s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Take-Home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25/5 = 5 s;  Δx = 625/10 = 62.5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Take-Home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v(t) = 6t−2;  a(t) = 6 (constant)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Take-Home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−1.5 m/s²;  t = 20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8229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9875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and acceleration are both about RATE OF CHANGE — velocity is how fast position changes, acceleration is how fast velocity changes.</a:t>
            </a:r>
            <a:endParaRPr lang="en-US" sz="1700" dirty="0"/>
          </a:p>
          <a:p>
            <a:pPr algn="l"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kinematic equations only work for constant acceleration — always check that assumption before using them.</a:t>
            </a:r>
            <a:endParaRPr lang="en-US" sz="1700" dirty="0"/>
          </a:p>
          <a:p>
            <a:pPr algn="l"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encode motion visually: slope of x-t gives velocity; slope of v-t gives acceleration; area under v-t gives displacement.</a:t>
            </a:r>
            <a:endParaRPr lang="en-US" sz="1700" dirty="0"/>
          </a:p>
          <a:p>
            <a:pPr algn="l"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(P4): extending these ideas into two dimensions with projectile motion.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2026-09-14T03:25:29Z</dcterms:created>
  <dcterms:modified xsi:type="dcterms:W3CDTF">2026-09-14T03:25:29Z</dcterms:modified>
</cp:coreProperties>
</file>